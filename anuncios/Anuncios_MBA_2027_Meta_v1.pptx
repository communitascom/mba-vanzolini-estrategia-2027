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image" Target="../media/image-3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jpg"/><Relationship Id="rId4" Type="http://schemas.openxmlformats.org/officeDocument/2006/relationships/image" Target="../media/image-3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image" Target="../media/image-34-3.jpg"/><Relationship Id="rId4" Type="http://schemas.openxmlformats.org/officeDocument/2006/relationships/image" Target="../media/image-3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image" Target="../media/image-35-3.jpg"/><Relationship Id="rId4" Type="http://schemas.openxmlformats.org/officeDocument/2006/relationships/image" Target="../media/image-3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image" Target="../media/image-36-3.jpg"/><Relationship Id="rId4" Type="http://schemas.openxmlformats.org/officeDocument/2006/relationships/image" Target="../media/image-3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image" Target="../media/image-37-3.jpg"/><Relationship Id="rId4" Type="http://schemas.openxmlformats.org/officeDocument/2006/relationships/image" Target="../media/image-3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image" Target="../media/image-38-3.jpg"/><Relationship Id="rId4" Type="http://schemas.openxmlformats.org/officeDocument/2006/relationships/image" Target="../media/image-3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image" Target="../media/image-39-3.jpg"/><Relationship Id="rId4" Type="http://schemas.openxmlformats.org/officeDocument/2006/relationships/image" Target="../media/image-3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image" Target="../media/image-40-3.jpg"/><Relationship Id="rId4" Type="http://schemas.openxmlformats.org/officeDocument/2006/relationships/image" Target="../media/image-4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image" Target="../media/image-41-3.jpg"/><Relationship Id="rId4" Type="http://schemas.openxmlformats.org/officeDocument/2006/relationships/image" Target="../media/image-4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Anúncios MBA 2027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· feed e Stories/Reels · 1:1 e 9:16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8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layouts · 3 cursos · 3 chamadas por curso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 Vanzolini · MBA Poli-USP  |  por Communitas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5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peças, organizadas por layout, curso e formato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layouts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Personagem e V, Título em destaque, Fundo claro e Chamadas numeradas.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cursos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1188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Qualidade, IA Aplicada e Liderança, IA e Execução.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chamadas por curso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Promessa, o que muda e Business Case no lugar do TCC.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formatos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8116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para feed e 9:16 para Stories e Reels.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layouts × 3 cursos × 3 chamadas × 2 formatos = 72 peças. Cada chamada usa uma cena do personagem (A, B ou C).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para as legendas do Meta estão nos slides finais, um por curso e chamada, com três variações cada. Chip "Turma 2027" segue nas artes do EQ e do IAGE; o LIEE usa "Ingresso a cada módulo".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5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chamadas por curso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089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Promessa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no lugar do TCC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164592" cy="164592"/>
          </a:xfrm>
          <a:prstGeom prst="ellipse">
            <a:avLst/>
          </a:prstGeom>
          <a:solidFill>
            <a:srgbClr val="37A981"/>
          </a:solidFill>
          <a:ln w="12700">
            <a:solidFill>
              <a:srgbClr val="37A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Engenharia da Qualidade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178308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89280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liderança da qualidade.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89280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indicador à decisão da qualidade.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0" y="178308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89280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resultado real e medido.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164592" cy="164592"/>
          </a:xfrm>
          <a:prstGeom prst="ellipse">
            <a:avLst/>
          </a:prstGeom>
          <a:solidFill>
            <a:srgbClr val="8E6CF0"/>
          </a:solidFill>
          <a:ln w="12700">
            <a:solidFill>
              <a:srgbClr val="8E6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IA Aplicada à Gestão Estratégica de Projetos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32918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40156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estratégia dos projetos com IA.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2918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40156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ideia com IA ao projeto entregue.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61120" y="32918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340156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projeto planejado com IA.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873752"/>
            <a:ext cx="164592" cy="164592"/>
          </a:xfrm>
          <a:prstGeom prst="ellipse">
            <a:avLst/>
          </a:prstGeom>
          <a:solidFill>
            <a:srgbClr val="4C86F0"/>
          </a:solidFill>
          <a:ln w="12700">
            <a:solidFill>
              <a:srgbClr val="4C86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00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Liderança, IA e Execução Estratégica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48006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491032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as decisões que movem o negócio.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35040" y="48006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491032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plano à execução medida por OKR e KPI.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61120" y="48006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491032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estratégia executada e medida.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1 · Personagem e V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 da Fundação atrás do personagem, que olha de frente e anda em direção a quem lê.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1 · PERSONAGEM E V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Qualidade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EQ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liderança da qualidade.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1_EQ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indicador à decisão da qualidade.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1_EQ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resultado real e medido.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1 · PERSONAGEM E V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Qualidade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EQ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1_EQ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1_EQ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1 · PERSONAGEM E V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à Gestão Estratégica de Projetos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IAG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estratégia dos projetos com IA.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1_IAG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ideia com IA ao projeto entregue.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1_IAG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projeto planejado com IA.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1 · PERSONAGEM E V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à Gestão Estratégica de Projetos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IAGE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1_IAGE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1_IAGE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1 · PERSONAGEM E V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IA e Execução Estratégica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LIE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as decisões que movem o negócio.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1_LIE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plano à execução medida por OKR e KPI.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1_LIE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estratégia executada e medida.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1 · PERSONAGEM E V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IA e Execução Estratégica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LIEE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1_LIEE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1_LIEE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2 · Título em destaque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curso ocupa a largura toda e o personagem aparece de frente, em cena.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2 · TÍTULO EM DESTAQUE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Qualidade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2_EQ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liderança da qualidade.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2_EQ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indicador à decisão da qualidade.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2_EQ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resultado real e medido.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2 · TÍTULO EM DESTAQUE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Qualidade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2_EQ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2_EQ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2_EQ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2 · TÍTULO EM DESTAQUE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à Gestão Estratégica de Projetos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2_IAG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estratégia dos projetos com IA.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2_IAG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ideia com IA ao projeto entregue.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2_IAG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projeto planejado com IA.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2 · TÍTULO EM DESTAQUE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à Gestão Estratégica de Projetos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2_IAGE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2_IAGE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2_IAGE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2 · TÍTULO EM DESTAQUE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IA e Execução Estratégica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2_LIE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as decisões que movem o negócio.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2_LIE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plano à execução medida por OKR e KPI.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2_LIE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estratégia executada e medida.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2 · TÍTULO EM DESTAQUE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IA e Execução Estratégica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2_LIEE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2_LIEE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2_LIEE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2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3 · Fundo claro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 natural e o personagem interagindo com o ganho, em escala real.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3 · FUNDO CLARO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Qualidade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3_EQ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liderança da qualidade.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3_EQ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indicador à decisão da qualidade.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3_EQ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resultado real e medido.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3 · FUNDO CLARO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Qualidade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3_EQ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3_EQ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3_EQ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3 · FUNDO CLARO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à Gestão Estratégica de Projetos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3_IAG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estratégia dos projetos com IA.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3_IAG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ideia com IA ao projeto entregue.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3_IAG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projeto planejado com IA.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3 · FUNDO CLARO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à Gestão Estratégica de Projetos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3_IAGE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3_IAGE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3_IAGE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3 · FUNDO CLARO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IA e Execução Estratégica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3_LIE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as decisões que movem o negócio.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3_LIE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plano à execução medida por OKR e KPI.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3_LIE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estratégia executada e medida.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3 · FUNDO CLARO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IA e Execução Estratégica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3_LIEE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3_LIEE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3_LIEE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2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4 · Chamadas numeradas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curso como herói, com três itens numerados e a oferta.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4 · CHAMADAS NUMERADAS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Qualidade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4_EQ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liderança da qualidade.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4_EQ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indicador à decisão da qualidade.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4_EQ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resultado real e medido.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4 · CHAMADAS NUMERADAS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da Qualidade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4_EQ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4_EQ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4_EQ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4 · CHAMADAS NUMERADAS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à Gestão Estratégica de Projetos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4_IAG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estratégia dos projetos com IA.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4_IAG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ideia com IA ao projeto entregue.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4_IAG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projeto planejado com IA.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4 · CHAMADAS NUMERADAS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à Gestão Estratégica de Projetos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4_IAGE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4_IAGE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4_IAGE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4 · CHAMADAS NUMERADAS · 1:1 · FEED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IA e Execução Estratégica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4_LIE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8" y="1371600"/>
            <a:ext cx="356616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8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228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as decisões que movem o negócio.</a:t>
            </a:r>
            <a:endParaRPr lang="en-US" sz="1300" dirty="0"/>
          </a:p>
        </p:txBody>
      </p:sp>
      <p:pic>
        <p:nvPicPr>
          <p:cNvPr id="7" name="Image 1" descr="/Users/junior/Library/CloudStorage/GoogleDrive-communitas@communitas.com.br/Meu Drive/_ EXTERNO/FUNDAÇÃO VANZOLINI/MBA/anuncios-mba-2027/_ppt/L4_LIE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8" y="137160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276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1276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plano à execução medida por OKR e KPI.</a:t>
            </a:r>
            <a:endParaRPr lang="en-US" sz="1300" dirty="0"/>
          </a:p>
        </p:txBody>
      </p:sp>
      <p:pic>
        <p:nvPicPr>
          <p:cNvPr id="10" name="Image 2" descr="/Users/junior/Library/CloudStorage/GoogleDrive-communitas@communitas.com.br/Meu Drive/_ EXTERNO/FUNDAÇÃO VANZOLINI/MBA/anuncios-mba-2027/_ppt/L4_LIE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48" y="1371600"/>
            <a:ext cx="3566160" cy="3566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248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153248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estratégia executada e medida.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4 · CHAMADAS NUMERADAS · 9:16 · STORIES E REELS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IA e Execução Estratégica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4_LIEE_1_9x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1280160"/>
            <a:ext cx="267462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663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1 · Promessa</a:t>
            </a:r>
            <a:endParaRPr lang="en-US" sz="1100" dirty="0"/>
          </a:p>
        </p:txBody>
      </p:sp>
      <p:pic>
        <p:nvPicPr>
          <p:cNvPr id="6" name="Image 1" descr="/Users/junior/Library/CloudStorage/GoogleDrive-communitas@communitas.com.br/Meu Drive/_ EXTERNO/FUNDAÇÃO VANZOLINI/MBA/anuncios-mba-2027/_ppt/L4_LIEE_2_9x1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1280160"/>
            <a:ext cx="267462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8421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2 · O que muda</a:t>
            </a:r>
            <a:endParaRPr lang="en-US" sz="1100" dirty="0"/>
          </a:p>
        </p:txBody>
      </p:sp>
      <p:pic>
        <p:nvPicPr>
          <p:cNvPr id="8" name="Image 2" descr="/Users/junior/Library/CloudStorage/GoogleDrive-communitas@communitas.com.br/Meu Drive/_ EXTERNO/FUNDAÇÃO VANZOLINI/MBA/anuncios-mba-2027/_ppt/L4_LIEE_3_9x1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118" y="1280160"/>
            <a:ext cx="2674620" cy="475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1798" y="6089904"/>
            <a:ext cx="3223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3 · Business Case no lugar do TCC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2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para o Meta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variações de texto por chamada: texto principal, título, descrição e botão. Valem para os quatro layouts.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 · CHAMADA 1 · PROMESSA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liderança da qualidade.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EQ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280160" cy="1280160"/>
          </a:xfrm>
          <a:prstGeom prst="rect">
            <a:avLst/>
          </a:prstGeom>
        </p:spPr>
      </p:pic>
      <p:pic>
        <p:nvPicPr>
          <p:cNvPr id="5" name="Image 1" descr="/Users/junior/Library/CloudStorage/GoogleDrive-communitas@communitas.com.br/Meu Drive/_ EXTERNO/FUNDAÇÃO VANZOLINI/MBA/anuncios-mba-2027/_ppt/L2_EQ_1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1280160" cy="1280160"/>
          </a:xfrm>
          <a:prstGeom prst="rect">
            <a:avLst/>
          </a:prstGeom>
        </p:spPr>
      </p:pic>
      <p:pic>
        <p:nvPicPr>
          <p:cNvPr id="6" name="Image 2" descr="/Users/junior/Library/CloudStorage/GoogleDrive-communitas@communitas.com.br/Meu Drive/_ EXTERNO/FUNDAÇÃO VANZOLINI/MBA/anuncios-mba-2027/_ppt/L3_EQ_1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1280160" cy="1280160"/>
          </a:xfrm>
          <a:prstGeom prst="rect">
            <a:avLst/>
          </a:prstGeom>
        </p:spPr>
      </p:pic>
      <p:pic>
        <p:nvPicPr>
          <p:cNvPr id="7" name="Image 3" descr="/Users/junior/Library/CloudStorage/GoogleDrive-communitas@communitas.com.br/Meu Drive/_ EXTERNO/FUNDAÇÃO VANZOLINI/MBA/anuncios-mba-2027/_ppt/L4_EQ_1_1x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1280160" cy="1280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artes usam a mesma chamada. Troque o texto da legenda sem mexer na arte.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4864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3152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1 · APROVADA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domina a técnica. O próximo passo é liderar a qualidade da sua empresa.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Engenharia da Qualidade, com coordenação Poli-USP, aulas ao vivo e Business Case no lugar do TCC.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liderança da qualidade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 Poli-USP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29768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48056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2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lidera a qualidade não só confere: decide. Você está pronto para esse passo?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Engenharia da Qualidade, com coordenação Poli-USP, aulas ao vivo e Business Case no lugar do TCC.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Lidere a qualidade da empresa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Aulas ao vivo e turma reduzida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804672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3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abertas para o MBA em Engenharia da Qualidade.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estatística da qualidade, aulas ao vivo e Business Case no lugar do TCC, com coordenação Poli-USP. Parcele em 24x sem juros no boleto. ✅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Engenharia da Qualidade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abertas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 · CHAMADA 2 · O QUE MUDA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indicador à decisão da qualidade.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EQ_2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280160" cy="1280160"/>
          </a:xfrm>
          <a:prstGeom prst="rect">
            <a:avLst/>
          </a:prstGeom>
        </p:spPr>
      </p:pic>
      <p:pic>
        <p:nvPicPr>
          <p:cNvPr id="5" name="Image 1" descr="/Users/junior/Library/CloudStorage/GoogleDrive-communitas@communitas.com.br/Meu Drive/_ EXTERNO/FUNDAÇÃO VANZOLINI/MBA/anuncios-mba-2027/_ppt/L2_EQ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1280160" cy="1280160"/>
          </a:xfrm>
          <a:prstGeom prst="rect">
            <a:avLst/>
          </a:prstGeom>
        </p:spPr>
      </p:pic>
      <p:pic>
        <p:nvPicPr>
          <p:cNvPr id="6" name="Image 2" descr="/Users/junior/Library/CloudStorage/GoogleDrive-communitas@communitas.com.br/Meu Drive/_ EXTERNO/FUNDAÇÃO VANZOLINI/MBA/anuncios-mba-2027/_ppt/L3_EQ_2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1280160" cy="1280160"/>
          </a:xfrm>
          <a:prstGeom prst="rect">
            <a:avLst/>
          </a:prstGeom>
        </p:spPr>
      </p:pic>
      <p:pic>
        <p:nvPicPr>
          <p:cNvPr id="7" name="Image 3" descr="/Users/junior/Library/CloudStorage/GoogleDrive-communitas@communitas.com.br/Meu Drive/_ EXTERNO/FUNDAÇÃO VANZOLINI/MBA/anuncios-mba-2027/_ppt/L4_EQ_2_1x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1280160" cy="1280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artes usam a mesma chamada. Troque o texto da legenda sem mexer na arte.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4864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3152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1 · APROVADA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a qualidade é o começo. Decidir sobre ela é o que muda a sua carreira.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estatística da qualidade, aulas ao vivo e turmas reduzidas, com coordenação Poli-USP.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indicador à decisão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Aulas ao vivo, turma reduzida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29768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48056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2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acompanhar indicadores e decidir com eles há um degrau de carreira. O MBA ajuda a subir.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estatística da qualidade, com Business Case real e coordenação Poli-USP. Aulas ao vivo,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próximo degrau da qualidade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abertas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804672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3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 indicadores já mostram o problema. E se você liderasse a decisão?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Aulas ao vivo e turmas reduzidas, com coordenação Poli-USP.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indicador à decisão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Turmas reduzidas, ao vivo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 · CHAMADA 3 · BUSINESS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resultado real e medido.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EQ_3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280160" cy="1280160"/>
          </a:xfrm>
          <a:prstGeom prst="rect">
            <a:avLst/>
          </a:prstGeom>
        </p:spPr>
      </p:pic>
      <p:pic>
        <p:nvPicPr>
          <p:cNvPr id="5" name="Image 1" descr="/Users/junior/Library/CloudStorage/GoogleDrive-communitas@communitas.com.br/Meu Drive/_ EXTERNO/FUNDAÇÃO VANZOLINI/MBA/anuncios-mba-2027/_ppt/L2_EQ_3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1280160" cy="1280160"/>
          </a:xfrm>
          <a:prstGeom prst="rect">
            <a:avLst/>
          </a:prstGeom>
        </p:spPr>
      </p:pic>
      <p:pic>
        <p:nvPicPr>
          <p:cNvPr id="6" name="Image 2" descr="/Users/junior/Library/CloudStorage/GoogleDrive-communitas@communitas.com.br/Meu Drive/_ EXTERNO/FUNDAÇÃO VANZOLINI/MBA/anuncios-mba-2027/_ppt/L3_EQ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1280160" cy="1280160"/>
          </a:xfrm>
          <a:prstGeom prst="rect">
            <a:avLst/>
          </a:prstGeom>
        </p:spPr>
      </p:pic>
      <p:pic>
        <p:nvPicPr>
          <p:cNvPr id="7" name="Image 3" descr="/Users/junior/Library/CloudStorage/GoogleDrive-communitas@communitas.com.br/Meu Drive/_ EXTERNO/FUNDAÇÃO VANZOLINI/MBA/anuncios-mba-2027/_ppt/L4_EQ_3_1x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1280160" cy="1280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artes usam a mesma chamada. Troque o texto da legenda sem mexer na arte.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4864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3152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1 · APROVADA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o seu trabalho final já gerasse resultado na sua empresa? ✅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MBA, o Business Case entra no lugar do TCC: uma melhoria real, aplicada e medida, que pode partir de um desafio seu. Coordenação Poli-USP, aulas ao vivo,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no lugar do TCC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 Poli-USP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29768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48056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2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no lugar do TCC: o seu trabalho final vira uma melhoria aplicada e medida. ✅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partir de um desafio da sua empresa, com coordenação Poli-USP e aulas ao vivo.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trabalho final vira resultado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real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804672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7A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3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MBA em que o trabalho final já nasce dentro da sua empresa.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um Business Case real, aplicado e medido. Coordenação Poli-USP e aulas ao vivo.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Case, não TCC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 e medido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IAGE · CHAMADA 1 · PROMESSA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estratégia dos projetos com IA.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IAG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280160" cy="1280160"/>
          </a:xfrm>
          <a:prstGeom prst="rect">
            <a:avLst/>
          </a:prstGeom>
        </p:spPr>
      </p:pic>
      <p:pic>
        <p:nvPicPr>
          <p:cNvPr id="5" name="Image 1" descr="/Users/junior/Library/CloudStorage/GoogleDrive-communitas@communitas.com.br/Meu Drive/_ EXTERNO/FUNDAÇÃO VANZOLINI/MBA/anuncios-mba-2027/_ppt/L2_IAGE_1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1280160" cy="1280160"/>
          </a:xfrm>
          <a:prstGeom prst="rect">
            <a:avLst/>
          </a:prstGeom>
        </p:spPr>
      </p:pic>
      <p:pic>
        <p:nvPicPr>
          <p:cNvPr id="6" name="Image 2" descr="/Users/junior/Library/CloudStorage/GoogleDrive-communitas@communitas.com.br/Meu Drive/_ EXTERNO/FUNDAÇÃO VANZOLINI/MBA/anuncios-mba-2027/_ppt/L3_IAGE_1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1280160" cy="1280160"/>
          </a:xfrm>
          <a:prstGeom prst="rect">
            <a:avLst/>
          </a:prstGeom>
        </p:spPr>
      </p:pic>
      <p:pic>
        <p:nvPicPr>
          <p:cNvPr id="7" name="Image 3" descr="/Users/junior/Library/CloudStorage/GoogleDrive-communitas@communitas.com.br/Meu Drive/_ EXTERNO/FUNDAÇÃO VANZOLINI/MBA/anuncios-mba-2027/_ppt/L4_IAGE_1_1x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1280160" cy="1280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artes usam a mesma chamada. Troque o texto da legenda sem mexer na arte.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4864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3152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1 · APROVADA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assume a estratégia dos projetos com IA chega à frente.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IA Aplicada à Gestão Estratégica de Projetos, com coordenação Poli-USP, aulas ao vivo e Business Case no lugar do TCC.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 estratégia com IA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 Poli-USP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29768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48056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2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planeja projetos com IA conduz a conversa estratégica.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IA Aplicada à Gestão Estratégica de Projetos, com IA generativa, dados e automação, coordenação Poli-USP e aulas ao vivo.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de projetos com IA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dados e automação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804672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3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abertas: MBA em IA Aplicada à Gestão Estratégica de Projetos.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no lugar do TCC, aulas ao vivo e coordenação Poli-USP. Parcele em 24x sem juros no boleto. ✅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IA para projetos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abertas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IAGE · CHAMADA 2 · O QUE MUDA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ideia com IA ao projeto entregue.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IAGE_2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280160" cy="1280160"/>
          </a:xfrm>
          <a:prstGeom prst="rect">
            <a:avLst/>
          </a:prstGeom>
        </p:spPr>
      </p:pic>
      <p:pic>
        <p:nvPicPr>
          <p:cNvPr id="5" name="Image 1" descr="/Users/junior/Library/CloudStorage/GoogleDrive-communitas@communitas.com.br/Meu Drive/_ EXTERNO/FUNDAÇÃO VANZOLINI/MBA/anuncios-mba-2027/_ppt/L2_IAG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1280160" cy="1280160"/>
          </a:xfrm>
          <a:prstGeom prst="rect">
            <a:avLst/>
          </a:prstGeom>
        </p:spPr>
      </p:pic>
      <p:pic>
        <p:nvPicPr>
          <p:cNvPr id="6" name="Image 2" descr="/Users/junior/Library/CloudStorage/GoogleDrive-communitas@communitas.com.br/Meu Drive/_ EXTERNO/FUNDAÇÃO VANZOLINI/MBA/anuncios-mba-2027/_ppt/L3_IAGE_2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1280160" cy="1280160"/>
          </a:xfrm>
          <a:prstGeom prst="rect">
            <a:avLst/>
          </a:prstGeom>
        </p:spPr>
      </p:pic>
      <p:pic>
        <p:nvPicPr>
          <p:cNvPr id="7" name="Image 3" descr="/Users/junior/Library/CloudStorage/GoogleDrive-communitas@communitas.com.br/Meu Drive/_ EXTERNO/FUNDAÇÃO VANZOLINI/MBA/anuncios-mba-2027/_ppt/L4_IAGE_2_1x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1280160" cy="1280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artes usam a mesma chamada. Troque o texto da legenda sem mexer na arte.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4864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3152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1 · APROVADA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IA é fácil. Entregar projeto com IA é o que muda a sua carreira.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generativa, dados e automação aplicados à gestão de projetos, com coordenação Poli-USP e aulas ao vivo.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ideia com IA ao projeto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dados e automação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29768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48056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2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testar IA e entregar projeto com IA há uma diferença de carreira.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generativa, dados e automação aplicados à gestão de projetos, com coordenação Poli-USP. Aulas ao vivo,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com IA, do início ao fim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Aulas ao vivo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804672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3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 a IA do piloto ao portfólio.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com IA generativa, dados e automação para quem lidera projetos, coordenação Poli-USP e aulas ao vivo.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ideia com IA ao projeto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abertas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IAGE · CHAMADA 3 · BUSINESS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projeto planejado com IA.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IAGE_3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280160" cy="1280160"/>
          </a:xfrm>
          <a:prstGeom prst="rect">
            <a:avLst/>
          </a:prstGeom>
        </p:spPr>
      </p:pic>
      <p:pic>
        <p:nvPicPr>
          <p:cNvPr id="5" name="Image 1" descr="/Users/junior/Library/CloudStorage/GoogleDrive-communitas@communitas.com.br/Meu Drive/_ EXTERNO/FUNDAÇÃO VANZOLINI/MBA/anuncios-mba-2027/_ppt/L2_IAGE_3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1280160" cy="1280160"/>
          </a:xfrm>
          <a:prstGeom prst="rect">
            <a:avLst/>
          </a:prstGeom>
        </p:spPr>
      </p:pic>
      <p:pic>
        <p:nvPicPr>
          <p:cNvPr id="6" name="Image 2" descr="/Users/junior/Library/CloudStorage/GoogleDrive-communitas@communitas.com.br/Meu Drive/_ EXTERNO/FUNDAÇÃO VANZOLINI/MBA/anuncios-mba-2027/_ppt/L3_IAG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1280160" cy="1280160"/>
          </a:xfrm>
          <a:prstGeom prst="rect">
            <a:avLst/>
          </a:prstGeom>
        </p:spPr>
      </p:pic>
      <p:pic>
        <p:nvPicPr>
          <p:cNvPr id="7" name="Image 3" descr="/Users/junior/Library/CloudStorage/GoogleDrive-communitas@communitas.com.br/Meu Drive/_ EXTERNO/FUNDAÇÃO VANZOLINI/MBA/anuncios-mba-2027/_ppt/L4_IAGE_3_1x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1280160" cy="1280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artes usam a mesma chamada. Troque o texto da legenda sem mexer na arte.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4864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3152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1 · APROVADA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o seu trabalho final fosse um projeto planejado com IA para a sua empresa? ✅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Business Case entra no lugar do TCC e pode partir de um desafio real seu. Coordenação Poli-USP, aulas ao vivo,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com IA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29768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48056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2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no lugar do TCC: um projeto planejado com IA, para a sua empresa. ✅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partir de um desafio real seu, com coordenação Poli-USP e aulas ao vivo. Matrículas abertas,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com IA vira Business Case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804672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E6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3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o trabalho final do MBA já fosse o projeto que a sua empresa precisa?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um Business Case planejado com IA. Coordenação Poli-USP, aulas ao vivo,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com IA, não TCC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real, com IA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LIEE · CHAMADA 1 · PROMESSA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as decisões que movem o negócio.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LIEE_1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280160" cy="1280160"/>
          </a:xfrm>
          <a:prstGeom prst="rect">
            <a:avLst/>
          </a:prstGeom>
        </p:spPr>
      </p:pic>
      <p:pic>
        <p:nvPicPr>
          <p:cNvPr id="5" name="Image 1" descr="/Users/junior/Library/CloudStorage/GoogleDrive-communitas@communitas.com.br/Meu Drive/_ EXTERNO/FUNDAÇÃO VANZOLINI/MBA/anuncios-mba-2027/_ppt/L2_LIEE_1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1280160" cy="1280160"/>
          </a:xfrm>
          <a:prstGeom prst="rect">
            <a:avLst/>
          </a:prstGeom>
        </p:spPr>
      </p:pic>
      <p:pic>
        <p:nvPicPr>
          <p:cNvPr id="6" name="Image 2" descr="/Users/junior/Library/CloudStorage/GoogleDrive-communitas@communitas.com.br/Meu Drive/_ EXTERNO/FUNDAÇÃO VANZOLINI/MBA/anuncios-mba-2027/_ppt/L3_LIEE_1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1280160" cy="1280160"/>
          </a:xfrm>
          <a:prstGeom prst="rect">
            <a:avLst/>
          </a:prstGeom>
        </p:spPr>
      </p:pic>
      <p:pic>
        <p:nvPicPr>
          <p:cNvPr id="7" name="Image 3" descr="/Users/junior/Library/CloudStorage/GoogleDrive-communitas@communitas.com.br/Meu Drive/_ EXTERNO/FUNDAÇÃO VANZOLINI/MBA/anuncios-mba-2027/_ppt/L4_LIEE_1_1x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1280160" cy="1280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artes usam a mesma chamada. Troque o texto da legenda sem mexer na arte.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4864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3152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1 · APROVADA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assume as decisões que movem o negócio já está um passo à frente.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Liderança, IA e Execução Estratégica, com coordenação Poli-USP e Business Case no lugar do TCC. Ingresso a cada módulo,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Assuma as decisões do negócio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Ingresso a cada módulo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29768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48056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2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decide com dados e executa com consistência lidera o negócio.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Liderança, IA e Execução Estratégica, com coordenação Poli-USP e Business Case no lugar do TCC. Ingresso a cada módulo,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IA e execução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Ingresso a cada módulo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804672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3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Ingresso a cada módulo: comece o MBA em Liderança, IA e Execução Estratégica sem esperar a próxima turma.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no lugar do TCC e coordenação Poli-USP. 24x sem juros no boleto. ✅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a cada novo módulo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Ingresso a cada módulo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LIEE · CHAMADA 2 · O QUE MUDA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plano à execução medida por OKR e KPI.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LIEE_2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280160" cy="1280160"/>
          </a:xfrm>
          <a:prstGeom prst="rect">
            <a:avLst/>
          </a:prstGeom>
        </p:spPr>
      </p:pic>
      <p:pic>
        <p:nvPicPr>
          <p:cNvPr id="5" name="Image 1" descr="/Users/junior/Library/CloudStorage/GoogleDrive-communitas@communitas.com.br/Meu Drive/_ EXTERNO/FUNDAÇÃO VANZOLINI/MBA/anuncios-mba-2027/_ppt/L2_LIEE_2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1280160" cy="1280160"/>
          </a:xfrm>
          <a:prstGeom prst="rect">
            <a:avLst/>
          </a:prstGeom>
        </p:spPr>
      </p:pic>
      <p:pic>
        <p:nvPicPr>
          <p:cNvPr id="6" name="Image 2" descr="/Users/junior/Library/CloudStorage/GoogleDrive-communitas@communitas.com.br/Meu Drive/_ EXTERNO/FUNDAÇÃO VANZOLINI/MBA/anuncios-mba-2027/_ppt/L3_LIEE_2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1280160" cy="1280160"/>
          </a:xfrm>
          <a:prstGeom prst="rect">
            <a:avLst/>
          </a:prstGeom>
        </p:spPr>
      </p:pic>
      <p:pic>
        <p:nvPicPr>
          <p:cNvPr id="7" name="Image 3" descr="/Users/junior/Library/CloudStorage/GoogleDrive-communitas@communitas.com.br/Meu Drive/_ EXTERNO/FUNDAÇÃO VANZOLINI/MBA/anuncios-mba-2027/_ppt/L4_LIEE_2_1x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1280160" cy="1280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artes usam a mesma chamada. Troque o texto da legenda sem mexer na arte.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4864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3152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1 · APROVADA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Planejar é uma parte. O que muda a carreira é executar a estratégia e medir o resultado.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dados e execução medida por OKR e KPI, com professores USP e de mercado. Ingresso a cada módulo,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plano à execução medida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OKR, KPI e liderança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29768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48056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2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no papel é plano. Estratégia medida por OKR e KPI é resultado.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Liderança, dados e execução, com professores USP e de mercado. Ingresso a cada módulo,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medida por OKR e KPI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Professores USP e de mercado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804672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3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já sabe planejar. Falta liderar a execução. 🤔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com OKR, KPI e dados para decidir, com coordenação Poli-USP. Ingresso a cada módulo,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plano à execução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Ingresso a cada módulo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LIEE · CHAMADA 3 · BUSINESS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lugar do TCC, estratégia executada e medida.</a:t>
            </a:r>
            <a:endParaRPr lang="en-US" sz="2600" dirty="0"/>
          </a:p>
        </p:txBody>
      </p:sp>
      <p:pic>
        <p:nvPicPr>
          <p:cNvPr id="4" name="Image 0" descr="/Users/junior/Library/CloudStorage/GoogleDrive-communitas@communitas.com.br/Meu Drive/_ EXTERNO/FUNDAÇÃO VANZOLINI/MBA/anuncios-mba-2027/_ppt/L1_LIEE_3_1x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280160" cy="1280160"/>
          </a:xfrm>
          <a:prstGeom prst="rect">
            <a:avLst/>
          </a:prstGeom>
        </p:spPr>
      </p:pic>
      <p:pic>
        <p:nvPicPr>
          <p:cNvPr id="5" name="Image 1" descr="/Users/junior/Library/CloudStorage/GoogleDrive-communitas@communitas.com.br/Meu Drive/_ EXTERNO/FUNDAÇÃO VANZOLINI/MBA/anuncios-mba-2027/_ppt/L2_LIEE_3_1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1280160" cy="1280160"/>
          </a:xfrm>
          <a:prstGeom prst="rect">
            <a:avLst/>
          </a:prstGeom>
        </p:spPr>
      </p:pic>
      <p:pic>
        <p:nvPicPr>
          <p:cNvPr id="6" name="Image 2" descr="/Users/junior/Library/CloudStorage/GoogleDrive-communitas@communitas.com.br/Meu Drive/_ EXTERNO/FUNDAÇÃO VANZOLINI/MBA/anuncios-mba-2027/_ppt/L3_LIEE_3_1x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1280160" cy="1280160"/>
          </a:xfrm>
          <a:prstGeom prst="rect">
            <a:avLst/>
          </a:prstGeom>
        </p:spPr>
      </p:pic>
      <p:pic>
        <p:nvPicPr>
          <p:cNvPr id="7" name="Image 3" descr="/Users/junior/Library/CloudStorage/GoogleDrive-communitas@communitas.com.br/Meu Drive/_ EXTERNO/FUNDAÇÃO VANZOLINI/MBA/anuncios-mba-2027/_ppt/L4_LIEE_3_1x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1280160" cy="12801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artes usam a mesma chamada. Troque o texto da legenda sem mexer na arte.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4864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3152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1 · APROVADA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o seu trabalho final fosse uma estratégia executada e medida na sua empresa? ✅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Business Case entra no lugar do TCC, com coordenação Poli-USP. Ingresso a cada módulo,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no lugar do TCC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 Poli-USP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29768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448056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2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seu trabalho final pode ser a estratégia que a sua empresa executa e mede. ✅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real no lugar do TCC, com coordenação Poli-USP. Ingresso a cada módulo,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executada e medida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Case, não TCC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8046720" y="2788920"/>
            <a:ext cx="3566160" cy="3703320"/>
          </a:xfrm>
          <a:prstGeom prst="roundRect">
            <a:avLst>
              <a:gd name="adj" fmla="val 2564"/>
            </a:avLst>
          </a:prstGeom>
          <a:solidFill>
            <a:srgbClr val="F3F3F9"/>
          </a:solidFill>
          <a:ln w="12700">
            <a:solidFill>
              <a:srgbClr val="F3F3F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0" y="2880360"/>
            <a:ext cx="3200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3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no lugar do TCC: uma estratégia real, executada e medida. 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partir de um desafio da sua empresa. Coordenação Poli-USP, ingresso a cada módulo, 24x sem juros no boleto. 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9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na sua empresa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real, medida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C6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171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Saiba mais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Anúncios MBA 2027 | Meta</dc:title>
  <dc:subject>PptxGenJS Presentation</dc:subject>
  <dc:creator>Communitas</dc:creator>
  <cp:lastModifiedBy>Communitas</cp:lastModifiedBy>
  <cp:revision>1</cp:revision>
  <dcterms:created xsi:type="dcterms:W3CDTF">2026-10-26T16:45:15Z</dcterms:created>
  <dcterms:modified xsi:type="dcterms:W3CDTF">2026-10-26T16:45:15Z</dcterms:modified>
</cp:coreProperties>
</file>